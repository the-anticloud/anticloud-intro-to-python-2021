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https://github.com/GeoLatinas/intro-to-python-2021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