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INTRO_TO_PYTHON_2021 | Category: MINING</a:t>
            </a:r>
          </a:p>
          <a:p>
            <a:r>
              <a:rPr sz="1400"/>
              <a:t>Upstream: https://github.com/GeoLatinas/intro-to-python-2021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INTRO_TO_PYTHON_2021.</a:t>
            </a:r>
          </a:p>
          <a:p>
            <a:r>
              <a:rPr sz="1400"/>
              <a:t>(swap) Use: github.com/gemgis/gemgis — Geological data science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INTRO_TO_PYTHON_2021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